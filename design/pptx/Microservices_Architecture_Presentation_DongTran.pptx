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Microservices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Scalable Distributed Systems</a:t>
            </a:r>
          </a:p>
          <a:p/>
          <a:p>
            <a:r>
              <a:t>Presenter: Dong Tran</a:t>
            </a:r>
          </a:p>
          <a:p>
            <a:r>
              <a:t>Date: November 20,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The Evolution: Why Microservices?</a:t>
            </a:r>
          </a:p>
          <a:p>
            <a:pPr>
              <a:defRPr sz="1800"/>
            </a:pPr>
            <a:r>
              <a:t>2. Core Concepts &amp; Principles</a:t>
            </a:r>
          </a:p>
          <a:p>
            <a:pPr>
              <a:defRPr sz="1800"/>
            </a:pPr>
            <a:r>
              <a:t>3. Microservices vs Monolith</a:t>
            </a:r>
          </a:p>
          <a:p>
            <a:pPr>
              <a:defRPr sz="1800"/>
            </a:pPr>
            <a:r>
              <a:t>4. Service Design &amp; Boundaries</a:t>
            </a:r>
          </a:p>
          <a:p>
            <a:pPr>
              <a:defRPr sz="1800"/>
            </a:pPr>
            <a:r>
              <a:t>5. Communication Patterns</a:t>
            </a:r>
          </a:p>
          <a:p>
            <a:pPr>
              <a:defRPr sz="1800"/>
            </a:pPr>
            <a:r>
              <a:t>6. Data Management Strategies</a:t>
            </a:r>
          </a:p>
          <a:p>
            <a:pPr>
              <a:defRPr sz="1800"/>
            </a:pPr>
            <a:r>
              <a:t>7. Implementation in Go</a:t>
            </a:r>
          </a:p>
          <a:p>
            <a:pPr>
              <a:defRPr sz="1800"/>
            </a:pPr>
            <a:r>
              <a:t>8. Service Discovery &amp; API Gateway</a:t>
            </a:r>
          </a:p>
          <a:p>
            <a:pPr>
              <a:defRPr sz="1800"/>
            </a:pPr>
            <a:r>
              <a:t>9. Distributed Transactions &amp; Saga Pattern</a:t>
            </a:r>
          </a:p>
          <a:p>
            <a:pPr>
              <a:defRPr sz="1800"/>
            </a:pPr>
            <a:r>
              <a:t>10. Event-Driven Architecture</a:t>
            </a:r>
          </a:p>
          <a:p>
            <a:pPr>
              <a:defRPr sz="1800"/>
            </a:pPr>
            <a:r>
              <a:t>11. Monitoring &amp; Observability</a:t>
            </a:r>
          </a:p>
          <a:p>
            <a:pPr>
              <a:defRPr sz="1800"/>
            </a:pPr>
            <a:r>
              <a:t>12. Testing Strategies</a:t>
            </a:r>
          </a:p>
          <a:p>
            <a:pPr>
              <a:defRPr sz="1800"/>
            </a:pPr>
            <a:r>
              <a:t>13. Deployment &amp; DevOps</a:t>
            </a:r>
          </a:p>
          <a:p>
            <a:pPr>
              <a:defRPr sz="1800"/>
            </a:pPr>
            <a:r>
              <a:t>14. Real-World Case Study</a:t>
            </a:r>
          </a:p>
          <a:p>
            <a:pPr>
              <a:defRPr sz="1800"/>
            </a:pPr>
            <a:r>
              <a:t>15. Best Practices &amp; Anti-Patterns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Space: Why Microservices?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Monolith Challenges:</a:t>
            </a:r>
          </a:p>
          <a:p>
            <a:pPr lvl="1">
              <a:defRPr sz="1800"/>
            </a:pPr>
            <a:r>
              <a:t>🔴 Scaling Issues (Must scale entire app)</a:t>
            </a:r>
          </a:p>
          <a:p>
            <a:pPr lvl="1">
              <a:defRPr sz="1800"/>
            </a:pPr>
            <a:r>
              <a:t>🔴 Long Release Cycles</a:t>
            </a:r>
          </a:p>
          <a:p>
            <a:pPr lvl="1">
              <a:defRPr sz="1800"/>
            </a:pPr>
            <a:r>
              <a:t>🔴 Technology Lock-in</a:t>
            </a:r>
          </a:p>
          <a:p>
            <a:pPr lvl="1">
              <a:defRPr sz="1800"/>
            </a:pPr>
            <a:r>
              <a:t>🔴 Single Point of Failure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Promise:</a:t>
            </a:r>
          </a:p>
          <a:p>
            <a:pPr lvl="1">
              <a:defRPr sz="1800"/>
            </a:pPr>
            <a:r>
              <a:t>✅ Independent deployment</a:t>
            </a:r>
          </a:p>
          <a:p>
            <a:pPr lvl="1">
              <a:defRPr sz="1800"/>
            </a:pPr>
            <a:r>
              <a:t>✅ Technology diversity</a:t>
            </a:r>
          </a:p>
          <a:p>
            <a:pPr lvl="1">
              <a:defRPr sz="1800"/>
            </a:pPr>
            <a:r>
              <a:t>✅ Fault isolation</a:t>
            </a:r>
          </a:p>
          <a:p>
            <a:pPr lvl="1">
              <a:defRPr sz="1800"/>
            </a:pPr>
            <a:r>
              <a:t>✅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Microservices?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Characteristics (Martin Fowler):</a:t>
            </a:r>
          </a:p>
          <a:p>
            <a:pPr lvl="1">
              <a:defRPr sz="1800"/>
            </a:pPr>
            <a:r>
              <a:t>1. Componentization via Services</a:t>
            </a:r>
          </a:p>
          <a:p>
            <a:pPr lvl="1">
              <a:defRPr sz="1800"/>
            </a:pPr>
            <a:r>
              <a:t>2. Organized around Business Capabilities</a:t>
            </a:r>
          </a:p>
          <a:p>
            <a:pPr lvl="1">
              <a:defRPr sz="1800"/>
            </a:pPr>
            <a:r>
              <a:t>3. Products not Projects</a:t>
            </a:r>
          </a:p>
          <a:p>
            <a:pPr lvl="1">
              <a:defRPr sz="1800"/>
            </a:pPr>
            <a:r>
              <a:t>4. Smart endpoints, dumb pipes</a:t>
            </a:r>
          </a:p>
          <a:p>
            <a:pPr lvl="1">
              <a:defRPr sz="1800"/>
            </a:pPr>
            <a:r>
              <a:t>5. Decentralized Governance</a:t>
            </a:r>
          </a:p>
          <a:p>
            <a:pPr lvl="1">
              <a:defRPr sz="1800"/>
            </a:pPr>
            <a:r>
              <a:t>6. Decentralized Data Management</a:t>
            </a:r>
          </a:p>
          <a:p>
            <a:pPr lvl="1">
              <a:defRPr sz="1800"/>
            </a:pPr>
            <a:r>
              <a:t>7. Design for Failure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Visual Comparison:</a:t>
            </a:r>
          </a:p>
          <a:p>
            <a:pPr lvl="1">
              <a:defRPr sz="1800"/>
            </a:pPr>
            <a:r>
              <a:t>Monolith: Single Database, All Code in One Block</a:t>
            </a:r>
          </a:p>
          <a:p>
            <a:pPr lvl="1">
              <a:defRPr sz="1800"/>
            </a:pPr>
            <a:r>
              <a:t>Microservices: DB per Service, Independent Blocks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vs Monolith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Monolith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Microservices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or 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Independent services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Vertical/Horizontal (App)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Horizontal (Service)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Polyglot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Database per service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orchestration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Initial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Boundaries (DDD)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Bounded Context = Microservice Boundary. Size: Single business capability, 2-pizza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User Service - Clear boundary</a:t>
            </a:r>
            <a:br/>
            <a:r>
              <a:t>type UserService struct {</a:t>
            </a:r>
            <a:br/>
            <a:r>
              <a:t>    // Owns user data</a:t>
            </a:r>
            <a:br/>
            <a:r>
              <a:t>    Users        []User</a:t>
            </a:r>
            <a:br/>
            <a:r>
              <a:t>    Profiles     []Profile</a:t>
            </a:r>
            <a:br/>
            <a:r>
              <a:t>    Preferences  []Preference</a:t>
            </a:r>
            <a:br/>
            <a:r>
              <a:t>    </a:t>
            </a:r>
            <a:br/>
            <a:r>
              <a:t>    // Does NOT own:</a:t>
            </a:r>
            <a:br/>
            <a:r>
              <a:t>    // - Orders (Order Service)</a:t>
            </a:r>
            <a:br/>
            <a:r>
              <a:t>    // - Payments (Payment Service)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Inter-Service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Sync (REST/gRPC) vs Async (Message Queues/Events).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1. Synchronous (REST/gRPC)</a:t>
            </a:r>
            <a:br/>
            <a:r>
              <a:t>func (s *OrderService) CreateOrder(ctx context.Context, req Request) error {</a:t>
            </a:r>
            <a:br/>
            <a:r>
              <a:t>    // Direct call to User Service (Coupling, Latency)</a:t>
            </a:r>
            <a:br/>
            <a:r>
              <a:t>    user, err := s.userClient.GetUser(ctx, req.UserID)</a:t>
            </a:r>
            <a:br/>
            <a:r>
              <a:t>    if !user.IsActive { return ErrInactive }</a:t>
            </a:r>
            <a:br/>
            <a:r>
              <a:t>    // ...</a:t>
            </a:r>
            <a:br/>
            <a:r>
              <a:t>}</a:t>
            </a:r>
            <a:br/>
            <a:br/>
            <a:r>
              <a:t>// 2. Asynchronous (Events/Messaging)</a:t>
            </a:r>
            <a:br/>
            <a:r>
              <a:t>func (s *OrderService) CreateOrder(ctx context.Context, order Order) error {</a:t>
            </a:r>
            <a:br/>
            <a:r>
              <a:t>    s.repo.Save(ctx, order)</a:t>
            </a:r>
            <a:br/>
            <a:r>
              <a:t>    // Fire and forget (Decoupled)</a:t>
            </a:r>
            <a:br/>
            <a:r>
              <a:t>    s.publisher.Publish("order.created", OrderCreatedEvent{...})</a:t>
            </a:r>
            <a:br/>
            <a:r>
              <a:t>    return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Single entry point, Request Aggregation, Rate Limiting, Circuit Breaking.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Aggregate data from multiple services</a:t>
            </a:r>
            <a:br/>
            <a:r>
              <a:t>func (g *APIGateway) GetUserDashboard(c *gin.Context) {</a:t>
            </a:r>
            <a:br/>
            <a:r>
              <a:t>    var wg sync.WaitGroup</a:t>
            </a:r>
            <a:br/>
            <a:r>
              <a:t>    </a:t>
            </a:r>
            <a:br/>
            <a:r>
              <a:t>    // Parallel calls</a:t>
            </a:r>
            <a:br/>
            <a:r>
              <a:t>    go func() { user = g.userService.GetUser(...) }()</a:t>
            </a:r>
            <a:br/>
            <a:r>
              <a:t>    go func() { orders = g.orderService.GetOrders(...) }()</a:t>
            </a:r>
            <a:br/>
            <a:r>
              <a:t>    go func() { recs = g.catalogService.GetRecs(...) }()</a:t>
            </a:r>
            <a:br/>
            <a:r>
              <a:t>    </a:t>
            </a:r>
            <a:br/>
            <a:r>
              <a:t>    wg.Wait()</a:t>
            </a:r>
            <a:br/>
            <a:r>
              <a:t>    </a:t>
            </a:r>
            <a:br/>
            <a:r>
              <a:t>    c.JSON(200, gin.H{</a:t>
            </a:r>
            <a:br/>
            <a:r>
              <a:t>        "user": user,</a:t>
            </a:r>
            <a:br/>
            <a:r>
              <a:t>        "orders": orders,</a:t>
            </a:r>
            <a:br/>
            <a:r>
              <a:t>        "recommendations": recs,</a:t>
            </a:r>
            <a:br/>
            <a:r>
              <a:t>    })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No shared database. Use APIs or Event Sourcing for data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Database per Service Pattern</a:t>
            </a:r>
            <a:br/>
            <a:br/>
            <a:r>
              <a:t>// Service 1: User DB</a:t>
            </a:r>
            <a:br/>
            <a:r>
              <a:t>type UserService struct { db *sql.DB } // Owns 'users' table</a:t>
            </a:r>
            <a:br/>
            <a:br/>
            <a:r>
              <a:t>// Service 2: Order DB</a:t>
            </a:r>
            <a:br/>
            <a:r>
              <a:t>type OrderService struct { db *sql.DB } // Owns 'orders' table</a:t>
            </a:r>
            <a:br/>
            <a:br/>
            <a:r>
              <a:t>// Data Consistency via Events (Eventual Consistency)</a:t>
            </a:r>
            <a:br/>
            <a:r>
              <a:t>func (s *OrderService) CreateOrder(order Order) {</a:t>
            </a:r>
            <a:br/>
            <a:r>
              <a:t>    // 1. Local Transaction</a:t>
            </a:r>
            <a:br/>
            <a:r>
              <a:t>    tx.Exec("INSERT INTO orders ...")</a:t>
            </a:r>
            <a:br/>
            <a:r>
              <a:t>    </a:t>
            </a:r>
            <a:br/>
            <a:r>
              <a:t>    // 2. Publish Event</a:t>
            </a:r>
            <a:br/>
            <a:r>
              <a:t>    publisher.Publish("order.created", event)</a:t>
            </a:r>
            <a:br/>
            <a:r>
              <a:t>    </a:t>
            </a:r>
            <a:br/>
            <a:r>
              <a:t>    tx.Commit()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Transactions: Saga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Handling consistency across services without 2PC (Two-Phase Commit).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Saga Pattern: Sequence of local transactions</a:t>
            </a:r>
            <a:br/>
            <a:r>
              <a:t>steps := []SagaStep{</a:t>
            </a:r>
            <a:br/>
            <a:r>
              <a:t>    {</a:t>
            </a:r>
            <a:br/>
            <a:r>
              <a:t>        Name: "Reserve Inventory",</a:t>
            </a:r>
            <a:br/>
            <a:r>
              <a:t>        Transaction: func() { inventory.Reserve(item) },</a:t>
            </a:r>
            <a:br/>
            <a:r>
              <a:t>        Compensation: func() { inventory.Release(item) },</a:t>
            </a:r>
            <a:br/>
            <a:r>
              <a:t>    },</a:t>
            </a:r>
            <a:br/>
            <a:r>
              <a:t>    {</a:t>
            </a:r>
            <a:br/>
            <a:r>
              <a:t>        Name: "Charge Payment",</a:t>
            </a:r>
            <a:br/>
            <a:r>
              <a:t>        Transaction: func() { payment.Charge(amount) },</a:t>
            </a:r>
            <a:br/>
            <a:r>
              <a:t>        Compensation: func() { payment.Refund(amount) },</a:t>
            </a:r>
            <a:br/>
            <a:r>
              <a:t>    },</a:t>
            </a:r>
            <a:br/>
            <a:r>
              <a:t>}</a:t>
            </a:r>
            <a:br/>
            <a:br/>
            <a:r>
              <a:t>// Orchestrator executes steps. If one fails, </a:t>
            </a:r>
            <a:br/>
            <a:r>
              <a:t>// it executes Compensations in reverse order.</a:t>
            </a:r>
            <a:br/>
            <a:r>
              <a:t>orchestrator.Execute(ctx, steps)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Circuit Breaker, Retry, Bulkhead, Timeout to prevent cascading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Circuit Breaker &amp; Retry</a:t>
            </a:r>
            <a:br/>
            <a:r>
              <a:t>circuitBreaker := gobreaker.NewCircuitBreaker(settings)</a:t>
            </a:r>
            <a:br/>
            <a:br/>
            <a:r>
              <a:t>result, err := circuitBreaker.Execute(func() (interface{}, error) {</a:t>
            </a:r>
            <a:br/>
            <a:r>
              <a:t>    return retry(func() error {</a:t>
            </a:r>
            <a:br/>
            <a:r>
              <a:t>        return client.CallService()</a:t>
            </a:r>
            <a:br/>
            <a:r>
              <a:t>    })</a:t>
            </a:r>
            <a:br/>
            <a:r>
              <a:t>})</a:t>
            </a:r>
            <a:br/>
            <a:br/>
            <a:r>
              <a:t>// Bulkhead</a:t>
            </a:r>
            <a:br/>
            <a:r>
              <a:t>semaphore := make(chan struct{}, maxConcurrent)</a:t>
            </a:r>
            <a:br/>
            <a:r>
              <a:t>func Execute(fn) {</a:t>
            </a:r>
            <a:br/>
            <a:r>
              <a:t>    semaphore &lt;- struct{}{} // Acquire</a:t>
            </a:r>
            <a:br/>
            <a:r>
              <a:t>    defer func() { &lt;-semaphore }() // Release</a:t>
            </a:r>
            <a:br/>
            <a:r>
              <a:t>    fn()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Tracing, Metrics (Prometheus), and Centralized Logging (ELK/Zap).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Distributed Tracing (OpenTelemetry)</a:t>
            </a:r>
            <a:br/>
            <a:r>
              <a:t>func Middleware(c *gin.Context) {</a:t>
            </a:r>
            <a:br/>
            <a:r>
              <a:t>    // Start Span</a:t>
            </a:r>
            <a:br/>
            <a:r>
              <a:t>    ctx, span := tracer.Start(c.Request.Context(), "http_request")</a:t>
            </a:r>
            <a:br/>
            <a:r>
              <a:t>    defer span.End()</a:t>
            </a:r>
            <a:br/>
            <a:r>
              <a:t>    </a:t>
            </a:r>
            <a:br/>
            <a:r>
              <a:t>    // Pass trace context to downstream</a:t>
            </a:r>
            <a:br/>
            <a:r>
              <a:t>    c.Next()</a:t>
            </a:r>
            <a:br/>
            <a:r>
              <a:t>}</a:t>
            </a:r>
            <a:br/>
            <a:br/>
            <a:r>
              <a:t>// Structured Logging</a:t>
            </a:r>
            <a:br/>
            <a:r>
              <a:t>logger.Info("request",</a:t>
            </a:r>
            <a:br/>
            <a:r>
              <a:t>    zap.String("trace_id", span.TraceID()),</a:t>
            </a:r>
            <a:br/>
            <a:r>
              <a:t>    zap.Duration("duration", time.Since(start)),</a:t>
            </a:r>
            <a:br/>
            <a:r>
              <a:t>    zap.Int("status", 200),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Deployment: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Container Orchestration, Auto-scaling, Health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# Kubernetes Deployment</a:t>
            </a:r>
            <a:br/>
            <a:r>
              <a:t>apiVersion: apps/v1</a:t>
            </a:r>
            <a:br/>
            <a:r>
              <a:t>kind: Deployment</a:t>
            </a:r>
            <a:br/>
            <a:r>
              <a:t>metadata:</a:t>
            </a:r>
            <a:br/>
            <a:r>
              <a:t>  name: order-service</a:t>
            </a:r>
            <a:br/>
            <a:r>
              <a:t>spec:</a:t>
            </a:r>
            <a:br/>
            <a:r>
              <a:t>  replicas: 3</a:t>
            </a:r>
            <a:br/>
            <a:r>
              <a:t>  template:</a:t>
            </a:r>
            <a:br/>
            <a:r>
              <a:t>    spec:</a:t>
            </a:r>
            <a:br/>
            <a:r>
              <a:t>      containers:</a:t>
            </a:r>
            <a:br/>
            <a:r>
              <a:t>      - name: order-service</a:t>
            </a:r>
            <a:br/>
            <a:r>
              <a:t>        image: order-service:v1.0.0</a:t>
            </a:r>
            <a:br/>
            <a:r>
              <a:t>        livenessProbe:</a:t>
            </a:r>
            <a:br/>
            <a:r>
              <a:t>          httpGet: {path: /health, port: 8080}</a:t>
            </a:r>
            <a:br/>
            <a:r>
              <a:t>        env:</a:t>
            </a:r>
            <a:br/>
            <a:r>
              <a:t>        - name: DB_HOST</a:t>
            </a:r>
            <a:br/>
            <a:r>
              <a:t>          valueFrom: {secretKeyRef: {name: db-secret, key: host}}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Case Study: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Before: Monolith</a:t>
            </a:r>
          </a:p>
          <a:p>
            <a:pPr lvl="1">
              <a:defRPr sz="1800"/>
            </a:pPr>
            <a:r>
              <a:t>- 500K LOC, 2-hour deployment, Single DB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After: Microservices (18 months later)</a:t>
            </a:r>
          </a:p>
          <a:p>
            <a:pPr lvl="1">
              <a:defRPr sz="1800"/>
            </a:pPr>
            <a:r>
              <a:t>- Service Boundaries: User, Catalog, Cart, Order, Payment</a:t>
            </a:r>
          </a:p>
          <a:p>
            <a:pPr lvl="1">
              <a:defRPr sz="1800"/>
            </a:pPr>
            <a:r>
              <a:t>- Strategy: Strangler Fig Pattern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Results:</a:t>
            </a:r>
          </a:p>
          <a:p>
            <a:pPr lvl="1">
              <a:defRPr sz="1800"/>
            </a:pPr>
            <a:r>
              <a:t>✅ Deployment: 10 mins per service</a:t>
            </a:r>
          </a:p>
          <a:p>
            <a:pPr lvl="1">
              <a:defRPr sz="1800"/>
            </a:pPr>
            <a:r>
              <a:t>✅ Availability: 99.95%</a:t>
            </a:r>
          </a:p>
          <a:p>
            <a:pPr lvl="1">
              <a:defRPr sz="1800"/>
            </a:pPr>
            <a:r>
              <a:t>✅ Teams deploy independently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DO's:</a:t>
            </a:r>
          </a:p>
          <a:p>
            <a:pPr lvl="1">
              <a:defRPr sz="1800"/>
            </a:pPr>
            <a:r>
              <a:t>1. Start with a Modular Monolith</a:t>
            </a:r>
          </a:p>
          <a:p>
            <a:pPr lvl="1">
              <a:defRPr sz="1800"/>
            </a:pPr>
            <a:r>
              <a:t>2. Design for Failure (Timeouts, Circuit Breakers)</a:t>
            </a:r>
          </a:p>
          <a:p>
            <a:pPr lvl="1">
              <a:defRPr sz="1800"/>
            </a:pPr>
            <a:r>
              <a:t>3. Implement Comprehensive Monitoring</a:t>
            </a:r>
          </a:p>
          <a:p>
            <a:pPr lvl="1">
              <a:defRPr sz="1800"/>
            </a:pPr>
            <a:r>
              <a:t>4. Use API Versioning</a:t>
            </a:r>
          </a:p>
          <a:p>
            <a:pPr lvl="1">
              <a:defRPr sz="1800"/>
            </a:pPr>
            <a:r>
              <a:t>5. Implement Idempotency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❌ DON'Ts:</a:t>
            </a:r>
          </a:p>
          <a:p>
            <a:pPr lvl="1">
              <a:defRPr sz="1800"/>
            </a:pPr>
            <a:r>
              <a:t>1. Distributed Monolith (Tight coupling)</a:t>
            </a:r>
          </a:p>
          <a:p>
            <a:pPr lvl="1">
              <a:defRPr sz="1800"/>
            </a:pPr>
            <a:r>
              <a:t>2. Shared Database</a:t>
            </a:r>
          </a:p>
          <a:p>
            <a:pPr lvl="1">
              <a:defRPr sz="1800"/>
            </a:pPr>
            <a:r>
              <a:t>3. Chatty Services (Too many calls)</a:t>
            </a:r>
          </a:p>
          <a:p>
            <a:pPr lvl="1">
              <a:defRPr sz="1800"/>
            </a:pPr>
            <a:r>
              <a:t>4. Nano-services (Too granular)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❌ Bad: Distributed Monolith</a:t>
            </a:r>
            <a:br/>
            <a:r>
              <a:t>type OrderService struct {</a:t>
            </a:r>
            <a:br/>
            <a:r>
              <a:t>    userService *UserService // Hard dependency</a:t>
            </a:r>
            <a:br/>
            <a:r>
              <a:t>}</a:t>
            </a:r>
            <a:br/>
            <a:br/>
            <a:r>
              <a:t>// ❌ Bad: Shared Database</a:t>
            </a:r>
            <a:br/>
            <a:r>
              <a:t>// Service A and Service B both access 'users' table directly.</a:t>
            </a:r>
            <a:br/>
            <a:br/>
            <a:r>
              <a:t>// ❌ Bad: Chatty Services</a:t>
            </a:r>
            <a:br/>
            <a:r>
              <a:t>// Calling GetUser, GetProduct, GetPrice separately for one view.</a:t>
            </a:r>
            <a:br/>
            <a:r>
              <a:t>// -&gt; Use Aggregation / Batching.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Q&amp;A Session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Takeaway:</a:t>
            </a:r>
          </a:p>
          <a:p>
            <a:pPr>
              <a:defRPr sz="1800"/>
            </a:pPr>
            <a:r>
              <a:t>"Microservices allow you to move fast and break things... independently."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Presenter: Dong Tran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